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90 minutes, five blocks, a break in the middle. Everything formal today is machine-checked in Idris2 and I will run the checker live. The two lines at the bottom are the entire language we will talk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contract once so nobody wonders whether this is a philosophy talk. It is a formal methods talk with a narrative. The two-register rule holds throughout the project: theorems are checkable, readings are declinable.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3 is the one to stretch if questions come; it is the closest to what this audience does for a living.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of history, no more. The point: the names are the discoverer's own and nobody has improved on them. Source: chapter 1 of the book; Cardone and Hindley for the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Plutus audience: this is what an untyped core looks like once you remove even the lambda. Plutus Core keeps binders; SK trades them for the two combinators. The Step relation as an inductive family is the first thing to show in Idris: a step is a piece of data, so a proof of reduction is a term the checker inspects.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live demo. Run the check, show nothing happens, then :exec traceCrown to print the walk for S K K (K S). Make the point about %default total: the checker accepts only total definitions, so a silent exit is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Tree Numbers v0.5, sections 3.1 to 3.3. The census table is the paper's own. Let the audience see the pattern in the table before naming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real formal block. Show theoremB's statement from Transparent Arithmetic v0.9 if there is time. The value-invariant technique is the thing to emphasise: it avoids needing confluence, which at the time was only 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explicitly for the room: this is preservation of value over a transition system. The demo module proves the two per-rule equations and, next slide, the no-mint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live demo: open Demo.idr at stepNoMintK and walk the RedS case. If someone asks about the general version: stepsNeverMint in the assembly ledger paper, over bonds rather than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Landauer and Bennett are the physics reading, stated in one sentence and not leaned on. For a UPLC cost-model question: boxLen is the same kind of object as an execution cost model, derived rather than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five minutes. Keep the label: simulation, illustration. The project's own rule is that simulations never carry a chapter's central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C5 line, complete. If someone asks about eval and reflection: this is eval written as a combinator and proved correct against the operational semantics, without a metalanguage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statement from w1-noquoter-working-paper-v0.1. Five lines, checked in seconds. Gödel and Tarski will come up; the honest answer is that this is a term-level cousin about quotation, not a statement about provability.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Engineers enjoy this slide. Keep it to three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moves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rewrite system, a conserved ledger, and a machine that checks every claim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Form: an introduction for engineers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x y  -&gt;  x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x y z  -&gt;  x z (y z)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kind of talk this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contract, stated once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219456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equations are load-bearing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mathematical claim points at a named theorem in a proof module that a compiler has verified. Silence from the checker is the result.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219456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readings are not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also writes a book that reads these results in a wider frame. Nothing today depends on that reading; where I mention it, I will say so.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A: the calculus and its formal verification campaigns (Idris2)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B: a book, Rise of Form, that narrates the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Row A, with Row B as the tour guide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Contract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Ninety minutes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blocks and a break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118872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moves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language, and the crown: identity from nothing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as trees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primality as unreachability, Theorem A and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ledger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forgets, S shares, nothing is minted; the conservation laws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machine that reads itself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verified self-interpreter, and the no-quoter theorem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project 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rows, campaigns, toolchain, two compiler bugs, questions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Agenda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Goettingen, December 7, 1920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Schoenfinkel, one talk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logician in the room had spent a working life among variables. Schoenfinkel showed that the variables could all be made to vanish, and that what remained was a short list of moves. Then he reduced the list: two suffice.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86384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Konstanzfunktion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2377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of constancy: hold one thing, let the rest fall away. Today: 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Verschmelzungsfunktion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63840" y="4023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of fusion: melt two lines of work together over one shared thing. Today: 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appeared in 1924, written up by a colleague. Curry rediscovered the ideas, went to Goettingen, and could not meet the author. The two moves survived; the man barely did.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1: Two moves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language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are trees of applications over two atoms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8368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x y    -&gt; 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x y z  -&gt;  x z (y z)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fire anywhere inside a term;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grouping is to the left: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K K t  =  ((S K) K) 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06640" y="182880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variables, no binders, no environment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keeps the first thing and discards the second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hands the third thing, whole, to both of the first two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computable is reachable from the pair (Schoenfinkel, Curry); neither move suffices alone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69494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3891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Term = K | S | App Term Term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Step : Term -&gt; Term -&gt; Type where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RedK : {x, y : Term} -&gt; Step (K :$ x :$ y)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RedS : {x, y, z : Term} -&gt; Step (S :$ x :$ y :$ z) (x :$ z :$ (y :$ z))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 : {f, f', a : Term} -&gt; Step f f' -&gt; Step (f :$ a) (f' :$ 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 : {f, a, a' : Term} -&gt; Step a a' -&gt; Step (f :$ a) (f :$ a')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1: Two moves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crown: identity is not primitive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moves, and the thing comes back untouched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K K t  -&gt;  K t (K t)    the share: t handed whole to both K's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-&gt;  t            the drop: the first K keeps its 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discards the second K entirely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67665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skIdentity : (t : Term) -&gt; Steps (S :$ K :$ K :$ t) 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skIdentity t = Then RedS (Then RedK Done)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0" y="35661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is the walk. Two constructors, one per rule fired. The checker confirms that each constructor's indices line up with the term before and after: nothing else is needed.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Live:  idris2 --check Demo.idr      then     :exec traceCrown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the theorem. A total, hole-free module that checks has proved everything it states.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1: Two moves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as trees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2: a data structure with a surprising theorem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numeral is a tree; the number is its leaf count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is grafting: replace every leaf of s with a copy of 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leaves(s graft t) = leaves(s) times leaves(t)  (leavesGraft, compiled)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is decomposable if it equals a graft of two trees with at least two leaves each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4572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Catalan(n minus 1) trees per leaf count; the decomposable ones vanish exactly at the primes.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2: Numbers as trees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Primality as unreachability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A, both directions, and Theorem B by the value ledger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2880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A (compiled)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composite exactly when some tree with that leaf count decomposes as a graft. Both directions are machine-checked: leavesGraft, theoremA.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182880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B (compiled, four parts)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rewriting arithmetic, a box built from the numerals of a and b reaches the numeral of n exactly when n = a times b. A prime is a number no multiplication can reach.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B is proved without confluence: a value invariant (boxReduces, stepRAF, afUnique) pins the result of any reduction order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exact too: boxLen gives the step count of every multiplication, and the asymmetry explains the schoolteacher's rule (smaller factor first)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 boundary of Theorem B is stated exactly in the paper, and nowhere else is it exceeded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2: Numbers as trees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minutes. Next: the ledger, which is where this project meets yours.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Break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ledger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3: conservation laws over a rewrite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that discards (K)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2062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that duplicates (S)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8638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ever minted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atoms in a term and watch what each move does to the count. The three facts above are theorems, not observations. Their proof shape is the one you know from value preservation in a ledger: an invariant, an induction over the transition relation, one case per rule.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20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occK, occS, leaves : Term -&gt; Nat          -- the counters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kForgets : leaves (K x y) = leaves x + (1 + leaves 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sShares  : leaves (x z (y z)) = leaves x + leaves z + (leaves y + leaves z)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3: The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ever minted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hereditary along walks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stepNoMintK  : Step t u  -&gt; occK t = 0 -&gt; occK u =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stepsNoMintK : Steps t u -&gt; occK t = 0 -&gt; occK u =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stepsNoMintK Done       prf = prf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stepsNoMintK (Then s w) prf = stepsNoMintK w (stepNoMintK s prf)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cases in stepNoMintK, one per constructor of Step; the RedS case rewrites with the three zeros it recovers from the sum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project this is the provenance line (W2): stepNoMint through custody, absence hereditary along every walk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assembly ledger (v0.1) does the same for bonds: kBonds, sBonds, condBonds, stepsNeverMint; no reaction ever creates a bond, building belongs to the environment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Cleverness can only spend: the S rule copies what it has, it cannot create what it lacks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3: The ledger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forgetting is ever billed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currencies, and Landauer in one sentence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37744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boxLen, rLenSum: the exact step count of every arithmetic operation in the canonical derivation. A cost model, over a very small language.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66160" cy="237744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Erasures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42316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kStepOcc: K is the only clause that lowers the occurrence count. In Bennett's theorem, computation that never discards has no thermodynamic floor; only erasure pays.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66160" cy="237744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sStepOcc: S is the only clause that raises it. Duplication costs matter, not heat; boxDup and boxErase separate the two bills (The Entropy Budget).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fast-is-hot inversion: within sequential form there is no costless road, only a choice of bills. The one item on the whole list marked free is A implies A: S K K, proved from nothing, no axioms spent.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Linearity Ladder v0.1, The Entropy Budget v0.1, Transparent Arithmetic v0.9; chapter 4, The Price List.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3: The ledger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Illustration, not evidence: the vessel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conserving reactor does when you run it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melting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kinds of molecule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1/5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1/3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1,629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1/2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1,720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395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2/3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4/5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82880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terms in a sealed reactor, random collisions, K and S firing under conservation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conservation, one self-copying term takes over by the fourth checkpoint (the devourer)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it, the devourer's meal is metered (tauMealMint, tauMealBurn) and it goes extinct; the identity family is the standing crop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and diversity peak together at the balanced melting share; two seeds agree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from a stated seed; the theorems above are the load-bearers, this is the picture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Combinator Soup v0.3, Freezing and Flux v0.1, The Assembly Ledger v0.1; chapter 5, The Vessel.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3: The ledger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that reads itself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4: a quoted alphabet and a verified self-interpreter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of terms as terms: quote, with quoteClosed and quoteInj compiled (A Quoted Alphabet)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that runs quoted terms: simStep, simSound, simNormal, simRunSteps (The Reader's Engine)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movements to one closed term simT that reads any code and agrees with the engine: simCorrectJ, simCorrectN (First Eye, Second Eye, Dispatcher, Knot)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simT can be handed its own quotation. It performs it. It does not comprehend it; no one claims it does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402336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92024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simCorrectJ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simStep c = Just c' 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(App simT (quote c))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(jTag (quote c'))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simCorrectN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simStep c = Nothing 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(App simT (quote c)) nTag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4663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1936 in the calculus's clothing; von Neumann's reader-and-copier architecture (1948) five years before the double helix.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4: Self-reading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no-quoter theorem (W1)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can read every song; none can sing its colleagues' songs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75488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noQuoter 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UNF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(song : Term -&gt; Term)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((t : Term) -&gt; Nf (song t))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(song tOne = song tTwo -&gt; Void)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(q : Term)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(App q tOne) (song tOne)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(App q tTwo) (song tTwo)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577840" y="182880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over any coding whose outputs are normal forms and which separates two witnesses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classical hypothesis, UNF (uniqueness of normal forms, a corollary of confluence), named and carried explicitly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two witnesses tOne and tTwo reduce to the same normal form; UNF forces the songs equal; separation refuses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noQuoterSN and noQuoterGarden (P1, P1b) later close the chain for typed quoters with nothing classical left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text is not comprehending it: the compiled edge the book's third part is built 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4: Self-reading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5: three rows, one module, a fast lane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19456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calculus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and S, a tree-based number system, the rewriting arithmetic, the ledger, the reactor, the reader. Working papers, one per result.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66160" cy="219456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verification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4231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Proofs.idr, 3,787 lines, %default total, no postulates, no holes; package v0.7 in seventeen modules derived from it. One command verifies everything.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66160" cy="219456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Form, sixteen chapters, nine written, in English and German. Every formal claim points at a compiled name or a cited classic.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are registered on a board and run consecutively in a fast lane; each ends in a paper or note plus an updated agenda and concordance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Completed: W1, P1, W2, W3, D1, P1b, M1b, W4, CH2, CH3 (chiral and polymerase lines)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disciplines, both learned the hard way: the monolith is the source of truth and the package is generated; confluence is cited, only termination is claimed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5: The project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the compiler taught 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reproduced minimally and reported upstream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28600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coverage checker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constructor with a repeated index variable plus a distinct constant partner at depth three produces false non-covering reports. Workaround: Church-encode what the checker will not split (CoverageRepro.idr).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228600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elaborator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reducibility mutual exceeds 12 GB of memory outside the monolith. Workaround: restyle what the elaborator will not afford, satRed and satCol replacing a twenty-one-clause blowup (MemoryRepro.idr).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rules we live by: idris2 --check wants the working directory to match the module name; swap is a safety net and makes the Chez GC lazy; long builds run under setsid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modularization campaign (M1) split the monolith into a package that builds in under two minutes, with a generator handling visibility, requalification and mutual blocks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5: The 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Toolchain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reproducible from a tarball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Idris2 0.8, Chez Scheme backend; --check on the monolith, --build on the 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 and book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Typst sources, one template, Barlow; build.py produces sixty PDFs in half a minute, with a post-build check that no dash slipped 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engine scripts for the reactor sweeps, seeds stated in every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board, working papers versioned v0.N, concordance mapping every chapter claim to a theorem name and a 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F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5: The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may already have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 can answer before you ask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65176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related to Plutus Core or UPLC cost models?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Plutus Core is a lambda calculus with binders; SK removes even those. The cost ledger (boxLen, rLenSum) is the same kind of object as an execution cost model, over a much smaller language, derived rather than measured. No claim beyond that.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2651760"/>
          </a:xfrm>
          <a:prstGeom prst="rect">
            <a:avLst/>
          </a:prstGeom>
          <a:solidFill>
            <a:srgbClr val="F4EFE9"/>
          </a:solidFill>
          <a:ln w="12700">
            <a:solidFill>
              <a:srgbClr val="F4EF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confluence?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confluence is compiled (P1, head-inversion helpers) and Newman's lemma applied on the typed garden where termination is proved (P1b). The untyped case is cited to Church and Rosser 1936 and never claimed as ours.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we will not answer today: what the book reads into all this. That is a different register, and the contract keeps it out of the proofs.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Form   |   Block 5: The 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moves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keeps and forgets. S shares and never mints. Everything else is a theorem about what those two do, and the checker is silent about every one of them.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4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idris2 --check Proofs.idr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the demo module, and the book drafts are available on request. Questions.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2026-08-25T08:18:51Z</dcterms:created>
  <dcterms:modified xsi:type="dcterms:W3CDTF">2026-08-25T08:18:51Z</dcterms:modified>
</cp:coreProperties>
</file>